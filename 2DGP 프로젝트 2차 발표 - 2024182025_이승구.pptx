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CE2B5-F991-F0F1-39E3-22CA15122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A5896B-439C-F1F8-B1B1-55A450152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DD8273-6976-E2DA-8696-A2418267B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BB47-78D3-4706-8360-F4C592E80A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3311DB-FA42-D410-1973-A81FC288E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F48794-E7F0-9C7F-AD8D-E1C6B3ED9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D2F0-9BA2-4C6C-AED0-A7CD66F02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74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5D33A-8645-541F-C669-3B70BFE7D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9A5F51-48AE-444E-D912-5D9EF0BC1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25493A-FD0E-6952-0DC5-F4F29F980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BB47-78D3-4706-8360-F4C592E80A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23020A-35A1-0F37-5458-064FCAA94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3FD601-E4F5-2899-0D9A-18747085A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D2F0-9BA2-4C6C-AED0-A7CD66F02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98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89F86-5075-740E-80ED-2834750C7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EE85E9-C0A5-3796-3797-BA79899CB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B52BA4-5DA0-6B3A-907E-B4087A5BF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BB47-78D3-4706-8360-F4C592E80A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DB6E3E-8514-BDB0-2AC5-A49B91C6C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1091F5-DD49-78EB-7AFD-4C4F8EE7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D2F0-9BA2-4C6C-AED0-A7CD66F02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743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B0BC65-A86F-E1F8-338C-047A9B0A0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C30A3B-B606-C1A8-3072-FA91E19A60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2828DF-2684-01E4-5738-9CD32CB70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8F0697-F1D6-A95B-A458-5074739FD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BB47-78D3-4706-8360-F4C592E80A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9C6F20-D773-230B-8303-DC5118221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71FB80-11A0-66D0-D99C-EA3A802E5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D2F0-9BA2-4C6C-AED0-A7CD66F02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188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991C9-FDBA-86C8-4F21-D54DD26A1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AB2621-806C-BF7B-4784-F43F75C0C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282D13-91F6-C4AC-62B1-B0E9BC1E2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567F07-3BA2-019A-142C-369E396BA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2F61DA-90B5-9CB4-5237-9F80FC414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4013BC-3329-98D8-5A1D-F2B5BB70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BB47-78D3-4706-8360-F4C592E80A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B28B31-17BE-7E8B-6E72-D670D3E13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40AA07-4BE9-60B3-DB31-EBAFA51C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D2F0-9BA2-4C6C-AED0-A7CD66F02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814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795980-BC0B-BD1F-F4FC-2FB344ECD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53E2892-F47B-AA72-C0CC-A1714ADDB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BB47-78D3-4706-8360-F4C592E80A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8C9681-4BF3-57CF-9A36-4C494A3D5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98BE5F-CA84-DA07-09C1-EC48F2D8D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D2F0-9BA2-4C6C-AED0-A7CD66F02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523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E4F8F7-768C-26E5-9F10-0C45CA712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BB47-78D3-4706-8360-F4C592E80A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C9CFD5-313D-0D61-8220-DA3284401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9D76F7-E0BE-2871-5BC2-56B3F100C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D2F0-9BA2-4C6C-AED0-A7CD66F02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271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3382E4-F7A4-0308-6EB2-3CA7DFC14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6D9DFA-5CD6-9E7B-C5BD-ED54DED3F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F8893B-DE2A-3A1B-1E36-B04D34EC5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F05E88-9FBF-003E-2F2C-31F29BADE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BB47-78D3-4706-8360-F4C592E80A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93708E-3E74-75CD-C74B-A1F6B53B0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CE1E8B-2F3D-8EF2-65AA-DE39A0DF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D2F0-9BA2-4C6C-AED0-A7CD66F02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244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073037-00F3-936D-D3BA-4A32A250E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44B1851-4723-D81F-D1E8-C9B72F1B05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36C82B-4164-CB68-B519-D7890A155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253F3F-A5F2-E192-4D3C-C21F53514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BB47-78D3-4706-8360-F4C592E80A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BE79A7-551A-889C-BE89-FD87C6832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8FA4A7-EBFC-E46C-66AC-35ABCEB9B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D2F0-9BA2-4C6C-AED0-A7CD66F02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69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EF63A6-04D3-C860-1CAE-3BD492D60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01204-6D9F-B3F2-36DC-235F207FF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471E13-7145-7058-DD8C-4B83E23A7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BB47-78D3-4706-8360-F4C592E80A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072F17-E8F3-A488-7E58-9BC5D9FE4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9A36CA-2A24-F23B-A783-02AE9943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D2F0-9BA2-4C6C-AED0-A7CD66F02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54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88EA9F-9715-E698-CD38-24C108168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9674D4-3239-66E0-9B4A-7CBA65DB1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2FFB9B-F5E9-248F-6D6A-5C767366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BB47-78D3-4706-8360-F4C592E80A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D4EF42-85F7-968A-DFC8-A8D52F341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F00BE2-8950-5B76-D8A6-9CC69B10B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D2F0-9BA2-4C6C-AED0-A7CD66F02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551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9E34B52-895C-29D5-485E-DB5E27709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6526C4-19DF-4710-6386-F834B098C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F29D21-232E-0586-A933-EECB2852DE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7BB47-78D3-4706-8360-F4C592E80A58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7D5081-F77E-02E7-5A2B-8F2D3F06A3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600EEF-2461-3FD2-B36C-4E420E23D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4FD2F0-9BA2-4C6C-AED0-A7CD66F02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91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7개의 절겁다 마참내 아이디어 | 웃긴 밈, 웃긴, 웃긴 사진">
            <a:extLst>
              <a:ext uri="{FF2B5EF4-FFF2-40B4-BE49-F238E27FC236}">
                <a16:creationId xmlns:a16="http://schemas.microsoft.com/office/drawing/2014/main" id="{2B65EDC9-2B77-2C97-FA2F-2EA8F09B5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18"/>
          <a:stretch>
            <a:fillRect/>
          </a:stretch>
        </p:blipFill>
        <p:spPr bwMode="auto">
          <a:xfrm>
            <a:off x="62156" y="1282635"/>
            <a:ext cx="6393876" cy="5575365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텍스트, 그래픽 디자인, 스크린샷, 포스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295042-3B35-08D3-4A16-17A06B2C7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478" b="70132"/>
          <a:stretch>
            <a:fillRect/>
          </a:stretch>
        </p:blipFill>
        <p:spPr>
          <a:xfrm>
            <a:off x="5548395" y="498229"/>
            <a:ext cx="6374028" cy="3228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DFAF17-80E8-9FED-20D1-912CDCEE7D93}"/>
              </a:ext>
            </a:extLst>
          </p:cNvPr>
          <p:cNvSpPr txBox="1"/>
          <p:nvPr/>
        </p:nvSpPr>
        <p:spPr>
          <a:xfrm>
            <a:off x="5351018" y="3912800"/>
            <a:ext cx="6265786" cy="16904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r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6000" kern="1200" dirty="0">
                <a:solidFill>
                  <a:schemeClr val="tx1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2DGP </a:t>
            </a:r>
            <a:r>
              <a:rPr lang="ko-KR" altLang="en-US" sz="6000" kern="1200" dirty="0">
                <a:solidFill>
                  <a:schemeClr val="tx1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프로젝트</a:t>
            </a:r>
            <a:endParaRPr lang="en-US" altLang="ko-KR" sz="6000" dirty="0">
              <a:latin typeface="THE외계인설명서" panose="02020503020101020101" pitchFamily="18" charset="-127"/>
              <a:ea typeface="THE외계인설명서" panose="02020503020101020101" pitchFamily="18" charset="-127"/>
              <a:cs typeface="THE외계인설명서" panose="02020503020101020101" pitchFamily="18" charset="-127"/>
            </a:endParaRPr>
          </a:p>
          <a:p>
            <a:pPr algn="r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6000" kern="1200" dirty="0">
                <a:solidFill>
                  <a:schemeClr val="tx1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</a:t>
            </a:r>
            <a:r>
              <a:rPr lang="en-US" altLang="ko-KR" sz="6000" kern="1200" dirty="0">
                <a:solidFill>
                  <a:schemeClr val="tx1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2</a:t>
            </a:r>
            <a:r>
              <a:rPr lang="ko-KR" altLang="en-US" sz="6000" dirty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차 </a:t>
            </a:r>
            <a:r>
              <a:rPr lang="ko-KR" altLang="en-US" sz="6000" kern="1200" dirty="0">
                <a:solidFill>
                  <a:schemeClr val="tx1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발표</a:t>
            </a:r>
            <a:r>
              <a:rPr lang="en-US" altLang="ko-KR" sz="6000" kern="1200" dirty="0">
                <a:solidFill>
                  <a:schemeClr val="tx1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F75936-5E7F-F588-6214-59135507C4C3}"/>
              </a:ext>
            </a:extLst>
          </p:cNvPr>
          <p:cNvSpPr txBox="1"/>
          <p:nvPr/>
        </p:nvSpPr>
        <p:spPr>
          <a:xfrm>
            <a:off x="8264132" y="5789345"/>
            <a:ext cx="3352672" cy="646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 latinLnBrk="0">
              <a:lnSpc>
                <a:spcPct val="90000"/>
              </a:lnSpc>
              <a:spcBef>
                <a:spcPts val="1000"/>
              </a:spcBef>
            </a:pPr>
            <a:r>
              <a:rPr lang="en-US" altLang="ko-KR" sz="2400" kern="1200" dirty="0">
                <a:solidFill>
                  <a:schemeClr val="tx1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2024182025 </a:t>
            </a:r>
            <a:r>
              <a:rPr lang="ko-KR" altLang="en-US" sz="2400" kern="1200" dirty="0">
                <a:solidFill>
                  <a:schemeClr val="tx1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이승구</a:t>
            </a:r>
          </a:p>
        </p:txBody>
      </p:sp>
    </p:spTree>
    <p:extLst>
      <p:ext uri="{BB962C8B-B14F-4D97-AF65-F5344CB8AC3E}">
        <p14:creationId xmlns:p14="http://schemas.microsoft.com/office/powerpoint/2010/main" val="31866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9399AE-11E5-3DEA-7BB4-3564D0550F8C}"/>
              </a:ext>
            </a:extLst>
          </p:cNvPr>
          <p:cNvSpPr txBox="1"/>
          <p:nvPr/>
        </p:nvSpPr>
        <p:spPr>
          <a:xfrm>
            <a:off x="724158" y="398899"/>
            <a:ext cx="10635268" cy="105127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just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7000" kern="1200" dirty="0">
                <a:solidFill>
                  <a:schemeClr val="tx1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프로젝트 개발 진행 상황</a:t>
            </a:r>
            <a:endParaRPr lang="en-US" altLang="ko-KR" sz="7000" kern="1200" dirty="0">
              <a:solidFill>
                <a:schemeClr val="tx1"/>
              </a:solidFill>
              <a:latin typeface="THE외계인설명서" panose="02020503020101020101" pitchFamily="18" charset="-127"/>
              <a:ea typeface="THE외계인설명서" panose="02020503020101020101" pitchFamily="18" charset="-127"/>
              <a:cs typeface="THE외계인설명서" panose="02020503020101020101" pitchFamily="18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D081BAB-C9BF-DF15-B617-51558F715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00285"/>
              </p:ext>
            </p:extLst>
          </p:nvPr>
        </p:nvGraphicFramePr>
        <p:xfrm>
          <a:off x="846895" y="1896302"/>
          <a:ext cx="10635269" cy="3990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859">
                  <a:extLst>
                    <a:ext uri="{9D8B030D-6E8A-4147-A177-3AD203B41FA5}">
                      <a16:colId xmlns:a16="http://schemas.microsoft.com/office/drawing/2014/main" val="3338655122"/>
                    </a:ext>
                  </a:extLst>
                </a:gridCol>
                <a:gridCol w="7885933">
                  <a:extLst>
                    <a:ext uri="{9D8B030D-6E8A-4147-A177-3AD203B41FA5}">
                      <a16:colId xmlns:a16="http://schemas.microsoft.com/office/drawing/2014/main" val="3970818248"/>
                    </a:ext>
                  </a:extLst>
                </a:gridCol>
                <a:gridCol w="1276477">
                  <a:extLst>
                    <a:ext uri="{9D8B030D-6E8A-4147-A177-3AD203B41FA5}">
                      <a16:colId xmlns:a16="http://schemas.microsoft.com/office/drawing/2014/main" val="856750997"/>
                    </a:ext>
                  </a:extLst>
                </a:gridCol>
              </a:tblGrid>
              <a:tr h="5155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주차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계획과 결과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진행도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755190"/>
                  </a:ext>
                </a:extLst>
              </a:tr>
              <a:tr h="767062"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1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주차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계획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: </a:t>
                      </a:r>
                      <a:r>
                        <a:rPr lang="ko-KR" altLang="en-US" dirty="0"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깃 저장소 생성</a:t>
                      </a:r>
                      <a:r>
                        <a:rPr lang="en-US" altLang="ko-KR" dirty="0"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, </a:t>
                      </a:r>
                      <a:r>
                        <a:rPr lang="ko-KR" altLang="en-US" dirty="0" err="1"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스프라이트</a:t>
                      </a:r>
                      <a:r>
                        <a:rPr lang="ko-KR" altLang="en-US" dirty="0"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 더 찾아보기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결과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: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깃 저장소 생성 후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스프라이트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 찾기 완료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&amp;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추가적으로 만들었음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100%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518539"/>
                  </a:ext>
                </a:extLst>
              </a:tr>
              <a:tr h="794559"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2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주차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계획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: </a:t>
                      </a:r>
                      <a:r>
                        <a:rPr lang="ko-KR" altLang="en-US" dirty="0"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시작 화면 구현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결과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: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시작화면 구현 완료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. 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100%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450805"/>
                  </a:ext>
                </a:extLst>
              </a:tr>
              <a:tr h="756990"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3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주차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계획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: </a:t>
                      </a:r>
                      <a:r>
                        <a:rPr lang="ko-KR" altLang="en-US" dirty="0"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캐릭터 선택 화면 구현 </a:t>
                      </a:r>
                      <a:r>
                        <a:rPr lang="en-US" altLang="ko-KR" dirty="0"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( 1P</a:t>
                      </a:r>
                      <a:r>
                        <a:rPr lang="ko-KR" altLang="en-US" dirty="0"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와 </a:t>
                      </a:r>
                      <a:r>
                        <a:rPr lang="en-US" altLang="ko-KR" dirty="0"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2P </a:t>
                      </a:r>
                      <a:r>
                        <a:rPr lang="ko-KR" altLang="en-US" dirty="0"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구분 </a:t>
                      </a:r>
                      <a:r>
                        <a:rPr lang="en-US" altLang="ko-KR" dirty="0"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)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결과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: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캐릭터 선택 화면 구현 완료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. 1P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와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2P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구분도 완료하였음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.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캐릭터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2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개</a:t>
                      </a:r>
                      <a:endParaRPr lang="en-US" altLang="ko-KR" dirty="0"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100%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158"/>
                  </a:ext>
                </a:extLst>
              </a:tr>
              <a:tr h="822456"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4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주차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계획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: </a:t>
                      </a:r>
                      <a:r>
                        <a:rPr lang="ko-KR" altLang="en-US" dirty="0"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대결 화면 구현 </a:t>
                      </a:r>
                      <a:r>
                        <a:rPr lang="en-US" altLang="ko-KR" dirty="0"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(</a:t>
                      </a:r>
                      <a:r>
                        <a:rPr lang="ko-KR" altLang="en-US" dirty="0"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 타이머</a:t>
                      </a:r>
                      <a:r>
                        <a:rPr lang="en-US" altLang="ko-KR" dirty="0"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배경화면 </a:t>
                      </a:r>
                      <a:r>
                        <a:rPr lang="en-US" altLang="ko-KR" dirty="0"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)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결과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: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대결화면의 배경화면만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스프라이트에서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 따서 구현했음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.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타이머 구현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X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HE외계인설명서" panose="02020503020101020101" pitchFamily="18" charset="-127"/>
                          <a:ea typeface="THE외계인설명서" panose="02020503020101020101" pitchFamily="18" charset="-127"/>
                          <a:cs typeface="THE외계인설명서" panose="02020503020101020101" pitchFamily="18" charset="-127"/>
                        </a:rPr>
                        <a:t>50%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HE외계인설명서" panose="02020503020101020101" pitchFamily="18" charset="-127"/>
                        <a:ea typeface="THE외계인설명서" panose="02020503020101020101" pitchFamily="18" charset="-127"/>
                        <a:cs typeface="THE외계인설명서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4978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2C1C93-634F-BF85-E790-6F55F5D02AAD}"/>
              </a:ext>
            </a:extLst>
          </p:cNvPr>
          <p:cNvSpPr txBox="1"/>
          <p:nvPr/>
        </p:nvSpPr>
        <p:spPr>
          <a:xfrm>
            <a:off x="9628815" y="1488570"/>
            <a:ext cx="2160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진행도 평균 </a:t>
            </a:r>
            <a:r>
              <a:rPr lang="en-US" altLang="ko-KR" dirty="0">
                <a:solidFill>
                  <a:srgbClr val="FF0000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87.5%</a:t>
            </a:r>
            <a:endParaRPr lang="ko-KR" altLang="en-US" dirty="0">
              <a:solidFill>
                <a:srgbClr val="FF0000"/>
              </a:solidFill>
              <a:latin typeface="THE외계인설명서" panose="02020503020101020101" pitchFamily="18" charset="-127"/>
              <a:ea typeface="THE외계인설명서" panose="02020503020101020101" pitchFamily="18" charset="-127"/>
              <a:cs typeface="THE외계인설명서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0580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566C75-B84F-1E3C-17FD-C0D91C228272}"/>
              </a:ext>
            </a:extLst>
          </p:cNvPr>
          <p:cNvSpPr txBox="1"/>
          <p:nvPr/>
        </p:nvSpPr>
        <p:spPr>
          <a:xfrm>
            <a:off x="724158" y="398899"/>
            <a:ext cx="10635268" cy="105127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just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7000" kern="1200" dirty="0">
                <a:solidFill>
                  <a:schemeClr val="tx1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GitHub </a:t>
            </a:r>
            <a:r>
              <a:rPr lang="ko-KR" altLang="en-US" sz="7000" kern="1200" dirty="0" err="1">
                <a:solidFill>
                  <a:schemeClr val="tx1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커밋</a:t>
            </a:r>
            <a:r>
              <a:rPr lang="ko-KR" altLang="en-US" sz="7000" kern="1200" dirty="0">
                <a:solidFill>
                  <a:schemeClr val="tx1"/>
                </a:solidFill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통계</a:t>
            </a:r>
            <a:endParaRPr lang="en-US" altLang="ko-KR" sz="7000" kern="1200" dirty="0">
              <a:solidFill>
                <a:schemeClr val="tx1"/>
              </a:solidFill>
              <a:latin typeface="THE외계인설명서" panose="02020503020101020101" pitchFamily="18" charset="-127"/>
              <a:ea typeface="THE외계인설명서" panose="02020503020101020101" pitchFamily="18" charset="-127"/>
              <a:cs typeface="THE외계인설명서" panose="020205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1900CEA-EDF8-A429-43F5-AE2BE7B0E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69" y="1794856"/>
            <a:ext cx="7922752" cy="4118188"/>
          </a:xfrm>
          <a:prstGeom prst="rect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8A95DD-91BE-38D4-4091-B23175635427}"/>
              </a:ext>
            </a:extLst>
          </p:cNvPr>
          <p:cNvSpPr txBox="1"/>
          <p:nvPr/>
        </p:nvSpPr>
        <p:spPr>
          <a:xfrm>
            <a:off x="8699662" y="3017182"/>
            <a:ext cx="3132306" cy="1673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dirty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</a:t>
            </a:r>
            <a:r>
              <a:rPr lang="en-US" altLang="ko-KR" dirty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&gt;&gt; </a:t>
            </a:r>
            <a:r>
              <a:rPr lang="ko-KR" altLang="en-US" dirty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작대기 </a:t>
            </a:r>
            <a:r>
              <a:rPr lang="en-US" altLang="ko-KR" dirty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5</a:t>
            </a:r>
            <a:r>
              <a:rPr lang="ko-KR" altLang="en-US" dirty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개 차례대로</a:t>
            </a:r>
            <a:endParaRPr lang="en-US" altLang="ko-KR" dirty="0">
              <a:latin typeface="THE외계인설명서" panose="02020503020101020101" pitchFamily="18" charset="-127"/>
              <a:ea typeface="THE외계인설명서" panose="02020503020101020101" pitchFamily="18" charset="-127"/>
              <a:cs typeface="THE외계인설명서" panose="020205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    1</a:t>
            </a:r>
            <a:r>
              <a:rPr lang="ko-KR" altLang="en-US" dirty="0" err="1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차발표</a:t>
            </a:r>
            <a:r>
              <a:rPr lang="ko-KR" altLang="en-US" dirty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당시 저장소 만들기</a:t>
            </a:r>
            <a:r>
              <a:rPr lang="en-US" altLang="ko-KR" dirty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,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     1</a:t>
            </a:r>
            <a:r>
              <a:rPr lang="ko-KR" altLang="en-US" dirty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주차 </a:t>
            </a:r>
            <a:r>
              <a:rPr lang="en-US" altLang="ko-KR" dirty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~ 4</a:t>
            </a:r>
            <a:r>
              <a:rPr lang="ko-KR" altLang="en-US" dirty="0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주차 </a:t>
            </a:r>
            <a:r>
              <a:rPr lang="ko-KR" altLang="en-US" dirty="0" err="1">
                <a:latin typeface="THE외계인설명서" panose="02020503020101020101" pitchFamily="18" charset="-127"/>
                <a:ea typeface="THE외계인설명서" panose="02020503020101020101" pitchFamily="18" charset="-127"/>
                <a:cs typeface="THE외계인설명서" panose="02020503020101020101" pitchFamily="18" charset="-127"/>
              </a:rPr>
              <a:t>커밋</a:t>
            </a:r>
            <a:endParaRPr lang="en-US" altLang="ko-KR" dirty="0">
              <a:latin typeface="THE외계인설명서" panose="02020503020101020101" pitchFamily="18" charset="-127"/>
              <a:ea typeface="THE외계인설명서" panose="02020503020101020101" pitchFamily="18" charset="-127"/>
              <a:cs typeface="THE외계인설명서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5448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141</Words>
  <Application>Microsoft Office PowerPoint</Application>
  <PresentationFormat>와이드스크린</PresentationFormat>
  <Paragraphs>36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THE외계인설명서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이승구(2024182025)</dc:creator>
  <cp:lastModifiedBy>이승구(2024182025)</cp:lastModifiedBy>
  <cp:revision>3</cp:revision>
  <dcterms:created xsi:type="dcterms:W3CDTF">2025-11-09T19:12:50Z</dcterms:created>
  <dcterms:modified xsi:type="dcterms:W3CDTF">2025-11-09T19:31:49Z</dcterms:modified>
</cp:coreProperties>
</file>